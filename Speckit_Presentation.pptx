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4721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1B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" y="1463040"/>
            <a:ext cx="54864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Speckit in Daily Life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 Code — No Tech Degree Required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20-Minute Journey Through AI-Assisted Development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4434840"/>
            <a:ext cx="155448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434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is Speckit?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48840" y="4434840"/>
            <a:ext cx="155448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2148840" y="4434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Why it matters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0" y="4434840"/>
            <a:ext cx="155448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4434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The Workflow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32120" y="4434840"/>
            <a:ext cx="155448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532120" y="4434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Live Demo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23760" y="4434840"/>
            <a:ext cx="155448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4434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Q&amp;A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1B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Speckit?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3840480" cy="3931920"/>
          </a:xfrm>
          <a:prstGeom prst="rect">
            <a:avLst/>
          </a:prstGeom>
          <a:solidFill>
            <a:srgbClr val="021B2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188720"/>
            <a:ext cx="2194560" cy="2194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3383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</a:rPr>
              <a:t>GitHub's AI-Assisted Spec-Driven Toolkit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0" y="9144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</a:t>
            </a: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</a:t>
            </a:r>
            <a:r>
              <a:rPr lang="en-US" sz="15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Speckit figures out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</a:t>
            </a:r>
            <a:r>
              <a:rPr lang="en-US" sz="15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it.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0" y="1965960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09160" y="1965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5"/>
                </a:solidFill>
              </a:rPr>
              <a:t>🧠  Write requirements in plain language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0" y="2624328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09160" y="262432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5"/>
                </a:solidFill>
              </a:rPr>
              <a:t>🤖  AI generates the development plan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0" y="3282696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9160" y="328269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5"/>
                </a:solidFill>
              </a:rPr>
              <a:t>💻  Code is produced from your spec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0" y="3941064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09160" y="394106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5"/>
                </a:solidFill>
              </a:rPr>
              <a:t>👥  Everyone — dev or not — contributes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0" y="4617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7A8C"/>
                </a:solidFill>
              </a:rPr>
              <a:t>"Everybody can code"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1B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Spec-Driven Development?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840480" cy="3840480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384048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 Without Speckit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0000"/>
                </a:solidFill>
              </a:rPr>
              <a:t>• AI guesses what you need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9933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0000"/>
                </a:solidFill>
              </a:rPr>
              <a:t>• Wrong features get built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52374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0000"/>
                </a:solidFill>
              </a:rPr>
              <a:t>• Teams misalign mid-project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05409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0000"/>
                </a:solidFill>
              </a:rPr>
              <a:t>• Rework is expensive &amp; slow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5844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0000"/>
                </a:solidFill>
              </a:rPr>
              <a:t>• Non-tech staff are excluded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914400"/>
            <a:ext cx="3840480" cy="3840480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914400"/>
            <a:ext cx="3840480" cy="41148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914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With Speckit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7492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4A30"/>
                </a:solidFill>
              </a:rPr>
              <a:t>• Plain-language specs drive AI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4920" y="19933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4A30"/>
                </a:solidFill>
              </a:rPr>
              <a:t>• Build the right thing, first time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4920" y="252374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4A30"/>
                </a:solidFill>
              </a:rPr>
              <a:t>• Everyone aligned from day one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305409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4A30"/>
                </a:solidFill>
              </a:rPr>
              <a:t>• Iterative spec updates are easy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4920" y="35844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4A30"/>
                </a:solidFill>
              </a:rPr>
              <a:t>• PMs &amp; domain experts contribute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860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7A8C"/>
                </a:solidFill>
              </a:rPr>
              <a:t>Think of it as: Blueprint Before Building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1B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Speckit Workflow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188720" cy="11887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987552"/>
            <a:ext cx="6858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2103120"/>
            <a:ext cx="9144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257860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</a:rPr>
              <a:t>1. Constitution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299923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A35"/>
                </a:solidFill>
              </a:rPr>
              <a:t>Set project rules &amp; principles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554480" y="1444752"/>
            <a:ext cx="228600" cy="109728"/>
          </a:xfrm>
          <a:prstGeom prst="rect">
            <a:avLst/>
          </a:prstGeom>
          <a:solidFill>
            <a:srgbClr val="5A7A8C"/>
          </a:solidFill>
          <a:ln/>
        </p:spPr>
      </p:sp>
      <p:sp>
        <p:nvSpPr>
          <p:cNvPr id="11" name="Text 8"/>
          <p:cNvSpPr/>
          <p:nvPr/>
        </p:nvSpPr>
        <p:spPr>
          <a:xfrm>
            <a:off x="1700784" y="1335024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8C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783080" y="914400"/>
            <a:ext cx="1188720" cy="1188720"/>
          </a:xfrm>
          <a:prstGeom prst="rect">
            <a:avLst/>
          </a:prstGeom>
          <a:solidFill>
            <a:srgbClr val="0D7E9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9968" y="987552"/>
            <a:ext cx="685800" cy="6858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331720" y="2103120"/>
            <a:ext cx="91440" cy="457200"/>
          </a:xfrm>
          <a:prstGeom prst="rect">
            <a:avLst/>
          </a:prstGeom>
          <a:solidFill>
            <a:srgbClr val="0D7E9B"/>
          </a:solidFill>
          <a:ln/>
        </p:spPr>
      </p:sp>
      <p:sp>
        <p:nvSpPr>
          <p:cNvPr id="15" name="Text 11"/>
          <p:cNvSpPr/>
          <p:nvPr/>
        </p:nvSpPr>
        <p:spPr>
          <a:xfrm>
            <a:off x="1783080" y="257860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7E9B"/>
                </a:solidFill>
              </a:rPr>
              <a:t>2. Specify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783080" y="299923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A35"/>
                </a:solidFill>
              </a:rPr>
              <a:t>Describe the feature in plain words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2971800" y="1444752"/>
            <a:ext cx="228600" cy="109728"/>
          </a:xfrm>
          <a:prstGeom prst="rect">
            <a:avLst/>
          </a:prstGeom>
          <a:solidFill>
            <a:srgbClr val="5A7A8C"/>
          </a:solidFill>
          <a:ln/>
        </p:spPr>
      </p:sp>
      <p:sp>
        <p:nvSpPr>
          <p:cNvPr id="18" name="Text 14"/>
          <p:cNvSpPr/>
          <p:nvPr/>
        </p:nvSpPr>
        <p:spPr>
          <a:xfrm>
            <a:off x="3118104" y="1335024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8C"/>
                </a:solidFill>
              </a:rPr>
              <a:t>▶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200400" y="914400"/>
            <a:ext cx="1188720" cy="1188720"/>
          </a:xfrm>
          <a:prstGeom prst="rect">
            <a:avLst/>
          </a:prstGeom>
          <a:solidFill>
            <a:srgbClr val="149DB5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987552"/>
            <a:ext cx="685800" cy="6858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3749040" y="2103120"/>
            <a:ext cx="91440" cy="457200"/>
          </a:xfrm>
          <a:prstGeom prst="rect">
            <a:avLst/>
          </a:prstGeom>
          <a:solidFill>
            <a:srgbClr val="149DB5"/>
          </a:solidFill>
          <a:ln/>
        </p:spPr>
      </p:sp>
      <p:sp>
        <p:nvSpPr>
          <p:cNvPr id="22" name="Text 17"/>
          <p:cNvSpPr/>
          <p:nvPr/>
        </p:nvSpPr>
        <p:spPr>
          <a:xfrm>
            <a:off x="3200400" y="257860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9DB5"/>
                </a:solidFill>
              </a:rPr>
              <a:t>3. Clarify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200400" y="299923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A35"/>
                </a:solidFill>
              </a:rPr>
              <a:t>AI asks clarifying questions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389120" y="1444752"/>
            <a:ext cx="228600" cy="109728"/>
          </a:xfrm>
          <a:prstGeom prst="rect">
            <a:avLst/>
          </a:prstGeom>
          <a:solidFill>
            <a:srgbClr val="5A7A8C"/>
          </a:solidFill>
          <a:ln/>
        </p:spPr>
      </p:sp>
      <p:sp>
        <p:nvSpPr>
          <p:cNvPr id="25" name="Text 20"/>
          <p:cNvSpPr/>
          <p:nvPr/>
        </p:nvSpPr>
        <p:spPr>
          <a:xfrm>
            <a:off x="4535424" y="1335024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8C"/>
                </a:solidFill>
              </a:rPr>
              <a:t>▶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4617720" y="914400"/>
            <a:ext cx="1188720" cy="1188720"/>
          </a:xfrm>
          <a:prstGeom prst="rect">
            <a:avLst/>
          </a:prstGeom>
          <a:solidFill>
            <a:srgbClr val="1BB8CF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987552"/>
            <a:ext cx="685800" cy="68580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5166360" y="2103120"/>
            <a:ext cx="91440" cy="457200"/>
          </a:xfrm>
          <a:prstGeom prst="rect">
            <a:avLst/>
          </a:prstGeom>
          <a:solidFill>
            <a:srgbClr val="1BB8CF"/>
          </a:solidFill>
          <a:ln/>
        </p:spPr>
      </p:sp>
      <p:sp>
        <p:nvSpPr>
          <p:cNvPr id="29" name="Text 23"/>
          <p:cNvSpPr/>
          <p:nvPr/>
        </p:nvSpPr>
        <p:spPr>
          <a:xfrm>
            <a:off x="4617720" y="257860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B8CF"/>
                </a:solidFill>
              </a:rPr>
              <a:t>4. Plan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4617720" y="299923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A35"/>
                </a:solidFill>
              </a:rPr>
              <a:t>AI drafts the tech architecture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5806440" y="1444752"/>
            <a:ext cx="228600" cy="109728"/>
          </a:xfrm>
          <a:prstGeom prst="rect">
            <a:avLst/>
          </a:prstGeom>
          <a:solidFill>
            <a:srgbClr val="5A7A8C"/>
          </a:solidFill>
          <a:ln/>
        </p:spPr>
      </p:sp>
      <p:sp>
        <p:nvSpPr>
          <p:cNvPr id="32" name="Text 26"/>
          <p:cNvSpPr/>
          <p:nvPr/>
        </p:nvSpPr>
        <p:spPr>
          <a:xfrm>
            <a:off x="5952744" y="1335024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8C"/>
                </a:solidFill>
              </a:rPr>
              <a:t>▶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6035040" y="914400"/>
            <a:ext cx="1188720" cy="1188720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28" y="987552"/>
            <a:ext cx="685800" cy="68580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6583680" y="2103120"/>
            <a:ext cx="91440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6" name="Text 29"/>
          <p:cNvSpPr/>
          <p:nvPr/>
        </p:nvSpPr>
        <p:spPr>
          <a:xfrm>
            <a:off x="6035040" y="257860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5. Tasks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6035040" y="299923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A35"/>
                </a:solidFill>
              </a:rPr>
              <a:t>Break plan into actionable tasks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7223760" y="1444752"/>
            <a:ext cx="228600" cy="109728"/>
          </a:xfrm>
          <a:prstGeom prst="rect">
            <a:avLst/>
          </a:prstGeom>
          <a:solidFill>
            <a:srgbClr val="5A7A8C"/>
          </a:solidFill>
          <a:ln/>
        </p:spPr>
      </p:sp>
      <p:sp>
        <p:nvSpPr>
          <p:cNvPr id="39" name="Text 32"/>
          <p:cNvSpPr/>
          <p:nvPr/>
        </p:nvSpPr>
        <p:spPr>
          <a:xfrm>
            <a:off x="7370064" y="1335024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8C"/>
                </a:solidFill>
              </a:rPr>
              <a:t>▶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7452360" y="914400"/>
            <a:ext cx="1188720" cy="1188720"/>
          </a:xfrm>
          <a:prstGeom prst="rect">
            <a:avLst/>
          </a:prstGeom>
          <a:solidFill>
            <a:srgbClr val="00A88A"/>
          </a:solidFill>
          <a:ln/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9248" y="987552"/>
            <a:ext cx="685800" cy="685800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8001000" y="2103120"/>
            <a:ext cx="91440" cy="457200"/>
          </a:xfrm>
          <a:prstGeom prst="rect">
            <a:avLst/>
          </a:prstGeom>
          <a:solidFill>
            <a:srgbClr val="00A88A"/>
          </a:solidFill>
          <a:ln/>
        </p:spPr>
      </p:sp>
      <p:sp>
        <p:nvSpPr>
          <p:cNvPr id="43" name="Text 35"/>
          <p:cNvSpPr/>
          <p:nvPr/>
        </p:nvSpPr>
        <p:spPr>
          <a:xfrm>
            <a:off x="7452360" y="257860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88A"/>
                </a:solidFill>
              </a:rPr>
              <a:t>6. Implement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7452360" y="299923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A35"/>
                </a:solidFill>
              </a:rPr>
              <a:t>AI writes the actual code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1371600" y="4663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7A8C"/>
                </a:solidFill>
              </a:rPr>
              <a:t>Each step builds on the previous — no step is skipped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1B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&amp; 2: Constitution + Specify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393192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📜  Step 1: Constitution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5"/>
                </a:solidFill>
              </a:rPr>
              <a:t>Set the project's rules &amp; principles before writing any code.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103120"/>
            <a:ext cx="3657600" cy="155448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671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/speckit.constitution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514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5"/>
                </a:solidFill>
              </a:rPr>
              <a:t>• All features must have unit tests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788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5"/>
                </a:solidFill>
              </a:rPr>
              <a:t>• Security-first approach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063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5"/>
                </a:solidFill>
              </a:rPr>
              <a:t>• No direct DB calls from UI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337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5"/>
                </a:solidFill>
              </a:rPr>
              <a:t>• Follow REST standards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749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7A8C"/>
                </a:solidFill>
              </a:rPr>
              <a:t>Think: the project's "house rules"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91440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914400"/>
            <a:ext cx="3931920" cy="457200"/>
          </a:xfrm>
          <a:prstGeom prst="rect">
            <a:avLst/>
          </a:prstGeom>
          <a:solidFill>
            <a:srgbClr val="0D7E9B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 Step 2: Specify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1463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5"/>
                </a:solidFill>
              </a:rPr>
              <a:t>Describe your feature in plain language — what it does, not how.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83480" y="2103120"/>
            <a:ext cx="3657600" cy="155448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216712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/speckit.specify "Meeting Room Booking"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74920" y="2606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5"/>
                </a:solidFill>
              </a:rPr>
              <a:t>→ User story: As an employee, I want to book a meeting room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A35"/>
                </a:solidFill>
              </a:rPr>
              <a:t>→ Acceptance criteria generated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A35"/>
                </a:solidFill>
              </a:rPr>
              <a:t>→ Constraints captured automatically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3749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7A8C"/>
                </a:solidFill>
              </a:rPr>
              <a:t>Focus on WHAT, not HOW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1B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&amp; 4: Clarify + Plan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3931920" cy="457200"/>
          </a:xfrm>
          <a:prstGeom prst="rect">
            <a:avLst/>
          </a:prstGeom>
          <a:solidFill>
            <a:srgbClr val="149DB5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❓  Step 3: Clarify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5"/>
                </a:solidFill>
              </a:rPr>
              <a:t>Speckit asks smart questions to fill in the blanks you missed.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3657600" cy="749808"/>
          </a:xfrm>
          <a:prstGeom prst="rect">
            <a:avLst/>
          </a:prstGeom>
          <a:solidFill>
            <a:srgbClr val="F4F8FB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0482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</a:rPr>
              <a:t>Q: Should overlapping bookings be allowed?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5"/>
                </a:solidFill>
              </a:rPr>
              <a:t>A: No — first come, first served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3657600" cy="749808"/>
          </a:xfrm>
          <a:prstGeom prst="rect">
            <a:avLst/>
          </a:prstGeom>
          <a:solidFill>
            <a:srgbClr val="F4F8FB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712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</a:rPr>
              <a:t>Q: Can bookings be cancelled?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1638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5"/>
                </a:solidFill>
              </a:rPr>
              <a:t>A: Yes, by the owner only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657600"/>
            <a:ext cx="3657600" cy="749808"/>
          </a:xfrm>
          <a:prstGeom prst="rect">
            <a:avLst/>
          </a:prstGeom>
          <a:solidFill>
            <a:srgbClr val="F4F8FB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941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</a:rPr>
              <a:t>Q: Max booking duration?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3986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5"/>
                </a:solidFill>
              </a:rPr>
              <a:t>A: 4 hours per slot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4681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7A8C"/>
                </a:solidFill>
              </a:rPr>
              <a:t>Catches missing details before building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91440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914400"/>
            <a:ext cx="3931920" cy="457200"/>
          </a:xfrm>
          <a:prstGeom prst="rect">
            <a:avLst/>
          </a:prstGeom>
          <a:solidFill>
            <a:srgbClr val="1BB8CF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🏗️  Step 4: Plan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5"/>
                </a:solidFill>
              </a:rPr>
              <a:t>AI drafts the full technical architecture — you just review.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83480" y="2011680"/>
            <a:ext cx="3657600" cy="566928"/>
          </a:xfrm>
          <a:prstGeom prst="rect">
            <a:avLst/>
          </a:prstGeom>
          <a:solidFill>
            <a:srgbClr val="F4F8FB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0391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Frontend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74920" y="229514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A35"/>
                </a:solidFill>
              </a:rPr>
              <a:t>React — room listing, booking form, calendar UI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83480" y="2670048"/>
            <a:ext cx="3657600" cy="566928"/>
          </a:xfrm>
          <a:prstGeom prst="rect">
            <a:avLst/>
          </a:prstGeom>
          <a:solidFill>
            <a:srgbClr val="F4F8FB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26974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Backend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74920" y="29535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A35"/>
                </a:solidFill>
              </a:rPr>
              <a:t>Node/Express — REST API, conflict checks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83480" y="3328416"/>
            <a:ext cx="3657600" cy="566928"/>
          </a:xfrm>
          <a:prstGeom prst="rect">
            <a:avLst/>
          </a:prstGeom>
          <a:solidFill>
            <a:srgbClr val="F4F8FB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33558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Database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74920" y="3611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A35"/>
                </a:solidFill>
              </a:rPr>
              <a:t>PostgreSQL — rooms, bookings tables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83480" y="3986784"/>
            <a:ext cx="3657600" cy="566928"/>
          </a:xfrm>
          <a:prstGeom prst="rect">
            <a:avLst/>
          </a:prstGeom>
          <a:solidFill>
            <a:srgbClr val="F4F8FB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40142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Services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74920" y="42702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A35"/>
                </a:solidFill>
              </a:rPr>
              <a:t>BookingService, RoomService, ConflictValidator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83480" y="4681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7A8C"/>
                </a:solidFill>
              </a:rPr>
              <a:t>Decides HOW to build — not you!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1B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&amp; 6: Tasks + Implement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3931920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Step 5: Tasks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5"/>
                </a:solidFill>
              </a:rPr>
              <a:t>Your plan becomes an ordered to-do list everyone can follow.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274320" cy="274320"/>
          </a:xfrm>
          <a:prstGeom prst="rect">
            <a:avLst/>
          </a:prstGeom>
          <a:solidFill>
            <a:srgbClr val="D0E8F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5"/>
                </a:solidFill>
              </a:rPr>
              <a:t>Create room listing API endpoint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450592"/>
            <a:ext cx="274320" cy="274320"/>
          </a:xfrm>
          <a:prstGeom prst="rect">
            <a:avLst/>
          </a:prstGeom>
          <a:solidFill>
            <a:srgbClr val="D0E8F2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4505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5"/>
                </a:solidFill>
              </a:rPr>
              <a:t>Build room calendar widget (UI)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889504"/>
            <a:ext cx="274320" cy="274320"/>
          </a:xfrm>
          <a:prstGeom prst="rect">
            <a:avLst/>
          </a:prstGeom>
          <a:solidFill>
            <a:srgbClr val="D0E8F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8895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5"/>
                </a:solidFill>
              </a:rPr>
              <a:t>Implement booking form with validation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328416"/>
            <a:ext cx="274320" cy="274320"/>
          </a:xfrm>
          <a:prstGeom prst="rect">
            <a:avLst/>
          </a:prstGeom>
          <a:solidFill>
            <a:srgbClr val="D0E8F2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3284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5"/>
                </a:solidFill>
              </a:rPr>
              <a:t>Add conflict detection logic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767328"/>
            <a:ext cx="274320" cy="274320"/>
          </a:xfrm>
          <a:prstGeom prst="rect">
            <a:avLst/>
          </a:prstGeom>
          <a:solidFill>
            <a:srgbClr val="D0E8F2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767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5"/>
                </a:solidFill>
              </a:rPr>
              <a:t>Write unit tests for BookingService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4206240"/>
            <a:ext cx="274320" cy="274320"/>
          </a:xfrm>
          <a:prstGeom prst="rect">
            <a:avLst/>
          </a:prstGeom>
          <a:solidFill>
            <a:srgbClr val="D0E8F2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206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5"/>
                </a:solidFill>
              </a:rPr>
              <a:t>Create cancel/rebook endpoint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91440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914400"/>
            <a:ext cx="3931920" cy="457200"/>
          </a:xfrm>
          <a:prstGeom prst="rect">
            <a:avLst/>
          </a:prstGeom>
          <a:solidFill>
            <a:srgbClr val="00A88A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 Step 6: Implement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5"/>
                </a:solidFill>
              </a:rPr>
              <a:t>AI writes the actual code for each task. You review and approve.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83480" y="2011680"/>
            <a:ext cx="3657600" cy="18288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20848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/speckit.implement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74920" y="23591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Validating prerequisites...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74920" y="26334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Generating BookingService...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74920" y="29077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Created BookingService.js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74920" y="31821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Created /api/bookings.js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74920" y="34564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Tests written: 12 passing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83480" y="3913632"/>
            <a:ext cx="3657600" cy="54864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391363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5800"/>
                </a:solidFill>
              </a:rPr>
              <a:t>⚠  Humans still review all AI-generated code before merging!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Live Demo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1148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C9A7"/>
                </a:solidFill>
              </a:rPr>
              <a:t>Feature: Meeting Room Booking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1920240"/>
            <a:ext cx="420624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920240"/>
            <a:ext cx="411480" cy="80467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920240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1B2C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6968" y="19568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Specify the feature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21945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/speckit.specify "Meeting Room Booking"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86968" y="2423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BFD0"/>
                </a:solidFill>
              </a:rPr>
              <a:t>Write the feature in plain words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880360"/>
            <a:ext cx="420624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880360"/>
            <a:ext cx="411480" cy="80467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880360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1B2C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86968" y="29169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Clarify constraints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86968" y="3154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/speckit.clarify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86968" y="3383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BFD0"/>
                </a:solidFill>
              </a:rPr>
              <a:t>Answer: no double-booking, cancel allowed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3840480"/>
            <a:ext cx="420624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840480"/>
            <a:ext cx="411480" cy="80467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840480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1B2C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6968" y="3877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Plan architecture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6968" y="4114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/speckit.plan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86968" y="4343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BFD0"/>
                </a:solidFill>
              </a:rPr>
              <a:t>React UI + Node backend selected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1920240"/>
            <a:ext cx="420624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1920240"/>
            <a:ext cx="411480" cy="80467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1920240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1B2C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21808" y="19568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Generate tasks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21808" y="21945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/speckit.tasks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21808" y="2423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BFD0"/>
                </a:solidFill>
              </a:rPr>
              <a:t>Tasks created automatically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2880360"/>
            <a:ext cx="420624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2880360"/>
            <a:ext cx="411480" cy="80467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880360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1B2C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21808" y="29169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Implement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21808" y="3154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/speckit.implement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21808" y="3383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BFD0"/>
                </a:solidFill>
              </a:rPr>
              <a:t>AI writes the code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3840480"/>
            <a:ext cx="420624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3840480"/>
            <a:ext cx="411480" cy="80467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3840480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1B2C"/>
                </a:solidFill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21808" y="3877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 in UI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21808" y="4114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 a room → try conflict → cancel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21808" y="4343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BFD0"/>
                </a:solidFill>
              </a:rPr>
              <a:t>See it working live!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1B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 at a Glance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822960" cy="178308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566928" cy="5669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1247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For Everyone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25880" y="15544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5"/>
                </a:solidFill>
              </a:rPr>
              <a:t>PMs, designers &amp; domain experts contribute specs in plain language — no coding needed.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96012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960120"/>
            <a:ext cx="822960" cy="1783080"/>
          </a:xfrm>
          <a:prstGeom prst="rect">
            <a:avLst/>
          </a:prstGeom>
          <a:solidFill>
            <a:srgbClr val="149DB5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463040"/>
            <a:ext cx="566928" cy="5669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15000" y="11247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9DB5"/>
                </a:solidFill>
              </a:rPr>
              <a:t>Faster Delivery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715000" y="15544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5"/>
                </a:solidFill>
              </a:rPr>
              <a:t>AI generates plans, tasks &amp; code from your spec — dramatically reducing development time.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297180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65760" y="2971800"/>
            <a:ext cx="822960" cy="1783080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474720"/>
            <a:ext cx="566928" cy="5669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31363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</a:rPr>
              <a:t>Higher Quality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325880" y="35661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5"/>
                </a:solidFill>
              </a:rPr>
              <a:t>Built-in clarification &amp; review steps catch problems before a line of code is written.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297180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54880" y="2971800"/>
            <a:ext cx="822960" cy="1783080"/>
          </a:xfrm>
          <a:prstGeom prst="rect">
            <a:avLst/>
          </a:prstGeom>
          <a:solidFill>
            <a:srgbClr val="00A88A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474720"/>
            <a:ext cx="566928" cy="5669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15000" y="31363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8A"/>
                </a:solidFill>
              </a:rPr>
              <a:t>AI-Powered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715000" y="35661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5"/>
                </a:solidFill>
              </a:rPr>
              <a:t>Works with GitHub Copilot, GPT-4, Claude &amp; other models — pick your preferred AI.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371600" y="47365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7A8C"/>
                </a:solidFill>
              </a:rPr>
              <a:t>"Everybody can code" — Speckit's founding principle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1B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Questions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96112"/>
            <a:ext cx="320040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1B2C"/>
                </a:solidFill>
              </a:rPr>
              <a:t>Q: How is this different from just using GitHub Copilot?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1188720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C"/>
                </a:solidFill>
              </a:rPr>
              <a:t>A: Copilot writes code from context. Speckit enforces a full workflow (spec → plan → tasks) so everyone aligns first.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19072"/>
            <a:ext cx="320040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73736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1B2C"/>
                </a:solidFill>
              </a:rPr>
              <a:t>Q: Do developers still review AI-generated code?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2011680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C"/>
                </a:solidFill>
              </a:rPr>
              <a:t>A: Always. Speckit accelerates, but humans review, test, and approve everything before merging.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42032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42032"/>
            <a:ext cx="320040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56032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1B2C"/>
                </a:solidFill>
              </a:rPr>
              <a:t>Q: What if the spec changes mid-project?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2834640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C"/>
                </a:solidFill>
              </a:rPr>
              <a:t>A: Update the spec and rerun commands. Speckit regenerates plans and tasks — the process is iterative.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364992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364992"/>
            <a:ext cx="320040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38328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1B2C"/>
                </a:solidFill>
              </a:rPr>
              <a:t>Q: Can non-tech users actually run these commands?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7240" y="3657600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C"/>
                </a:solidFill>
              </a:rPr>
              <a:t>A: Yes — slash commands run in GitHub Copilot Chat in plain text. No coding experience required.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187952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187952"/>
            <a:ext cx="320040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20624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1B2C"/>
                </a:solidFill>
              </a:rPr>
              <a:t>Q: Is Speckit production-ready?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4480560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C"/>
                </a:solidFill>
              </a:rPr>
              <a:t>A: It's open-source and actively evolving. Think of it as a smart assistant — it won't deploy code without human review.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320040" cy="3200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188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Speckit workflow:  Constitution → Specify → Clarify → Plan → Tasks → Implement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1755648"/>
            <a:ext cx="320040" cy="3200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737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Write what you want in plain language — AI figures out the how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2304288"/>
            <a:ext cx="320040" cy="3200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286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Every role contributes: PMs, domain experts, and developers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2852928"/>
            <a:ext cx="320040" cy="3200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834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Built-in quality: clarification &amp; review at every step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3401568"/>
            <a:ext cx="320040" cy="3200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383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Faster, more consistent development with "everybody can code"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148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9A7"/>
                </a:solidFill>
              </a:rPr>
              <a:t>Questions?  Let's talk!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0B0C4"/>
                </a:solidFill>
              </a:rPr>
              <a:t>github.com/github/spec-kit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1006</Words>
  <Application>Microsoft Office PowerPoint</Application>
  <PresentationFormat>On-screen Show (16:9)</PresentationFormat>
  <Paragraphs>172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Speckit: Everyday AI-Driven Development</dc:title>
  <dc:subject>PptxGenJS Presentation</dc:subject>
  <dc:creator>PptxGenJS</dc:creator>
  <cp:lastModifiedBy>Jitendra Kumar Pandey</cp:lastModifiedBy>
  <cp:revision>2</cp:revision>
  <dcterms:created xsi:type="dcterms:W3CDTF">2026-04-05T18:02:02Z</dcterms:created>
  <dcterms:modified xsi:type="dcterms:W3CDTF">2026-04-05T18:16:08Z</dcterms:modified>
</cp:coreProperties>
</file>